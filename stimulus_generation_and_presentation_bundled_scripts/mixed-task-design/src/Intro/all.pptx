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8" r:id="rId2"/>
  </p:sldIdLst>
  <p:sldSz cx="8686800" cy="5257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5"/>
  </p:normalViewPr>
  <p:slideViewPr>
    <p:cSldViewPr snapToGrid="0" snapToObjects="1">
      <p:cViewPr varScale="1">
        <p:scale>
          <a:sx n="126" d="100"/>
          <a:sy n="126" d="100"/>
        </p:scale>
        <p:origin x="132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5850" y="860478"/>
            <a:ext cx="6515100" cy="1830493"/>
          </a:xfrm>
        </p:spPr>
        <p:txBody>
          <a:bodyPr anchor="b"/>
          <a:lstStyle>
            <a:lvl1pPr algn="ctr"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85850" y="2761562"/>
            <a:ext cx="6515100" cy="1269418"/>
          </a:xfrm>
        </p:spPr>
        <p:txBody>
          <a:bodyPr/>
          <a:lstStyle>
            <a:lvl1pPr marL="0" indent="0" algn="ctr">
              <a:buNone/>
              <a:defRPr sz="1710"/>
            </a:lvl1pPr>
            <a:lvl2pPr marL="325755" indent="0" algn="ctr">
              <a:buNone/>
              <a:defRPr sz="1425"/>
            </a:lvl2pPr>
            <a:lvl3pPr marL="651510" indent="0" algn="ctr">
              <a:buNone/>
              <a:defRPr sz="1283"/>
            </a:lvl3pPr>
            <a:lvl4pPr marL="977265" indent="0" algn="ctr">
              <a:buNone/>
              <a:defRPr sz="1140"/>
            </a:lvl4pPr>
            <a:lvl5pPr marL="1303020" indent="0" algn="ctr">
              <a:buNone/>
              <a:defRPr sz="1140"/>
            </a:lvl5pPr>
            <a:lvl6pPr marL="1628775" indent="0" algn="ctr">
              <a:buNone/>
              <a:defRPr sz="1140"/>
            </a:lvl6pPr>
            <a:lvl7pPr marL="1954530" indent="0" algn="ctr">
              <a:buNone/>
              <a:defRPr sz="1140"/>
            </a:lvl7pPr>
            <a:lvl8pPr marL="2280285" indent="0" algn="ctr">
              <a:buNone/>
              <a:defRPr sz="1140"/>
            </a:lvl8pPr>
            <a:lvl9pPr marL="2606040" indent="0" algn="ctr">
              <a:buNone/>
              <a:defRPr sz="11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6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93" y="1310800"/>
            <a:ext cx="7492365" cy="2187098"/>
          </a:xfrm>
        </p:spPr>
        <p:txBody>
          <a:bodyPr anchor="b"/>
          <a:lstStyle>
            <a:lvl1pPr>
              <a:defRPr sz="427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2693" y="3518589"/>
            <a:ext cx="7492365" cy="1150143"/>
          </a:xfrm>
        </p:spPr>
        <p:txBody>
          <a:bodyPr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25755" indent="0">
              <a:buNone/>
              <a:defRPr sz="1425">
                <a:solidFill>
                  <a:schemeClr val="tx1">
                    <a:tint val="75000"/>
                  </a:schemeClr>
                </a:solidFill>
              </a:defRPr>
            </a:lvl2pPr>
            <a:lvl3pPr marL="651510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3pPr>
            <a:lvl4pPr marL="977265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4pPr>
            <a:lvl5pPr marL="1303020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5pPr>
            <a:lvl6pPr marL="1628775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6pPr>
            <a:lvl7pPr marL="1954530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7pPr>
            <a:lvl8pPr marL="2280285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8pPr>
            <a:lvl9pPr marL="2606040" indent="0">
              <a:buNone/>
              <a:defRPr sz="11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4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218" y="1399646"/>
            <a:ext cx="3691890" cy="3336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7693" y="1399646"/>
            <a:ext cx="3691890" cy="33360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3892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279930"/>
            <a:ext cx="7492365" cy="10162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349" y="1288892"/>
            <a:ext cx="3674923" cy="631666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349" y="1920557"/>
            <a:ext cx="3674923" cy="2824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7693" y="1288892"/>
            <a:ext cx="3693021" cy="631666"/>
          </a:xfrm>
        </p:spPr>
        <p:txBody>
          <a:bodyPr anchor="b"/>
          <a:lstStyle>
            <a:lvl1pPr marL="0" indent="0">
              <a:buNone/>
              <a:defRPr sz="1710" b="1"/>
            </a:lvl1pPr>
            <a:lvl2pPr marL="325755" indent="0">
              <a:buNone/>
              <a:defRPr sz="1425" b="1"/>
            </a:lvl2pPr>
            <a:lvl3pPr marL="651510" indent="0">
              <a:buNone/>
              <a:defRPr sz="1283" b="1"/>
            </a:lvl3pPr>
            <a:lvl4pPr marL="977265" indent="0">
              <a:buNone/>
              <a:defRPr sz="1140" b="1"/>
            </a:lvl4pPr>
            <a:lvl5pPr marL="1303020" indent="0">
              <a:buNone/>
              <a:defRPr sz="1140" b="1"/>
            </a:lvl5pPr>
            <a:lvl6pPr marL="1628775" indent="0">
              <a:buNone/>
              <a:defRPr sz="1140" b="1"/>
            </a:lvl6pPr>
            <a:lvl7pPr marL="1954530" indent="0">
              <a:buNone/>
              <a:defRPr sz="1140" b="1"/>
            </a:lvl7pPr>
            <a:lvl8pPr marL="2280285" indent="0">
              <a:buNone/>
              <a:defRPr sz="1140" b="1"/>
            </a:lvl8pPr>
            <a:lvl9pPr marL="2606040" indent="0">
              <a:buNone/>
              <a:defRPr sz="11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7693" y="1920557"/>
            <a:ext cx="3693021" cy="2824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005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447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215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50520"/>
            <a:ext cx="2801719" cy="122682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3021" y="757026"/>
            <a:ext cx="4397693" cy="3736446"/>
          </a:xfrm>
        </p:spPr>
        <p:txBody>
          <a:bodyPr/>
          <a:lstStyle>
            <a:lvl1pPr>
              <a:defRPr sz="2280"/>
            </a:lvl1pPr>
            <a:lvl2pPr>
              <a:defRPr sz="1995"/>
            </a:lvl2pPr>
            <a:lvl3pPr>
              <a:defRPr sz="1710"/>
            </a:lvl3pPr>
            <a:lvl4pPr>
              <a:defRPr sz="1425"/>
            </a:lvl4pPr>
            <a:lvl5pPr>
              <a:defRPr sz="1425"/>
            </a:lvl5pPr>
            <a:lvl6pPr>
              <a:defRPr sz="1425"/>
            </a:lvl6pPr>
            <a:lvl7pPr>
              <a:defRPr sz="1425"/>
            </a:lvl7pPr>
            <a:lvl8pPr>
              <a:defRPr sz="1425"/>
            </a:lvl8pPr>
            <a:lvl9pPr>
              <a:defRPr sz="14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577340"/>
            <a:ext cx="2801719" cy="2922217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39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349" y="350520"/>
            <a:ext cx="2801719" cy="1226820"/>
          </a:xfrm>
        </p:spPr>
        <p:txBody>
          <a:bodyPr anchor="b"/>
          <a:lstStyle>
            <a:lvl1pPr>
              <a:defRPr sz="2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93021" y="757026"/>
            <a:ext cx="4397693" cy="3736446"/>
          </a:xfrm>
        </p:spPr>
        <p:txBody>
          <a:bodyPr anchor="t"/>
          <a:lstStyle>
            <a:lvl1pPr marL="0" indent="0">
              <a:buNone/>
              <a:defRPr sz="2280"/>
            </a:lvl1pPr>
            <a:lvl2pPr marL="325755" indent="0">
              <a:buNone/>
              <a:defRPr sz="1995"/>
            </a:lvl2pPr>
            <a:lvl3pPr marL="651510" indent="0">
              <a:buNone/>
              <a:defRPr sz="1710"/>
            </a:lvl3pPr>
            <a:lvl4pPr marL="977265" indent="0">
              <a:buNone/>
              <a:defRPr sz="1425"/>
            </a:lvl4pPr>
            <a:lvl5pPr marL="1303020" indent="0">
              <a:buNone/>
              <a:defRPr sz="1425"/>
            </a:lvl5pPr>
            <a:lvl6pPr marL="1628775" indent="0">
              <a:buNone/>
              <a:defRPr sz="1425"/>
            </a:lvl6pPr>
            <a:lvl7pPr marL="1954530" indent="0">
              <a:buNone/>
              <a:defRPr sz="1425"/>
            </a:lvl7pPr>
            <a:lvl8pPr marL="2280285" indent="0">
              <a:buNone/>
              <a:defRPr sz="1425"/>
            </a:lvl8pPr>
            <a:lvl9pPr marL="2606040" indent="0">
              <a:buNone/>
              <a:defRPr sz="14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8349" y="1577340"/>
            <a:ext cx="2801719" cy="2922217"/>
          </a:xfrm>
        </p:spPr>
        <p:txBody>
          <a:bodyPr/>
          <a:lstStyle>
            <a:lvl1pPr marL="0" indent="0">
              <a:buNone/>
              <a:defRPr sz="1140"/>
            </a:lvl1pPr>
            <a:lvl2pPr marL="325755" indent="0">
              <a:buNone/>
              <a:defRPr sz="998"/>
            </a:lvl2pPr>
            <a:lvl3pPr marL="651510" indent="0">
              <a:buNone/>
              <a:defRPr sz="855"/>
            </a:lvl3pPr>
            <a:lvl4pPr marL="977265" indent="0">
              <a:buNone/>
              <a:defRPr sz="713"/>
            </a:lvl4pPr>
            <a:lvl5pPr marL="1303020" indent="0">
              <a:buNone/>
              <a:defRPr sz="713"/>
            </a:lvl5pPr>
            <a:lvl6pPr marL="1628775" indent="0">
              <a:buNone/>
              <a:defRPr sz="713"/>
            </a:lvl6pPr>
            <a:lvl7pPr marL="1954530" indent="0">
              <a:buNone/>
              <a:defRPr sz="713"/>
            </a:lvl7pPr>
            <a:lvl8pPr marL="2280285" indent="0">
              <a:buNone/>
              <a:defRPr sz="713"/>
            </a:lvl8pPr>
            <a:lvl9pPr marL="2606040" indent="0">
              <a:buNone/>
              <a:defRPr sz="7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64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85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16491" y="279929"/>
            <a:ext cx="1873091" cy="445574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7217" y="279929"/>
            <a:ext cx="5510689" cy="445574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070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97218" y="279930"/>
            <a:ext cx="7492365" cy="10162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218" y="1399646"/>
            <a:ext cx="7492365" cy="33360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7218" y="4873202"/>
            <a:ext cx="1954530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3E7F81-75AB-6744-85A9-040EEAF7106F}" type="datetimeFigureOut">
              <a:rPr lang="en-US" smtClean="0"/>
              <a:t>3/8/24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7503" y="4873202"/>
            <a:ext cx="2931795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35053" y="4873202"/>
            <a:ext cx="1954530" cy="2799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5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228AEA-EC27-064E-B297-4C0A24BF1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14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51510" rtl="0" eaLnBrk="1" latinLnBrk="0" hangingPunct="1">
        <a:lnSpc>
          <a:spcPct val="90000"/>
        </a:lnSpc>
        <a:spcBef>
          <a:spcPct val="0"/>
        </a:spcBef>
        <a:buNone/>
        <a:defRPr sz="31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878" indent="-162878" algn="l" defTabSz="651510" rtl="0" eaLnBrk="1" latinLnBrk="0" hangingPunct="1">
        <a:lnSpc>
          <a:spcPct val="90000"/>
        </a:lnSpc>
        <a:spcBef>
          <a:spcPts val="713"/>
        </a:spcBef>
        <a:buFont typeface="Arial" panose="020B0604020202020204" pitchFamily="34" charset="0"/>
        <a:buChar char="•"/>
        <a:defRPr sz="1995" kern="1200">
          <a:solidFill>
            <a:schemeClr val="tx1"/>
          </a:solidFill>
          <a:latin typeface="+mn-lt"/>
          <a:ea typeface="+mn-ea"/>
          <a:cs typeface="+mn-cs"/>
        </a:defRPr>
      </a:lvl1pPr>
      <a:lvl2pPr marL="48863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2pPr>
      <a:lvl3pPr marL="81438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425" kern="1200">
          <a:solidFill>
            <a:schemeClr val="tx1"/>
          </a:solidFill>
          <a:latin typeface="+mn-lt"/>
          <a:ea typeface="+mn-ea"/>
          <a:cs typeface="+mn-cs"/>
        </a:defRPr>
      </a:lvl3pPr>
      <a:lvl4pPr marL="114014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46589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79165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211740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443163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768918" indent="-162878" algn="l" defTabSz="651510" rtl="0" eaLnBrk="1" latinLnBrk="0" hangingPunct="1">
        <a:lnSpc>
          <a:spcPct val="90000"/>
        </a:lnSpc>
        <a:spcBef>
          <a:spcPts val="356"/>
        </a:spcBef>
        <a:buFont typeface="Arial" panose="020B0604020202020204" pitchFamily="34" charset="0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1pPr>
      <a:lvl2pPr marL="32575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2pPr>
      <a:lvl3pPr marL="65151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3pPr>
      <a:lvl4pPr marL="97726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30302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62877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195453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280285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606040" algn="l" defTabSz="651510" rtl="0" eaLnBrk="1" latinLnBrk="0" hangingPunct="1"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E20460-F533-7B44-9C32-FE3BF7301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225" r="3311" b="25665"/>
          <a:stretch/>
        </p:blipFill>
        <p:spPr>
          <a:xfrm>
            <a:off x="160520" y="4323540"/>
            <a:ext cx="7315200" cy="7469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A49CD0D-3C53-A041-8052-19BC6438E48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19" r="3311" b="20661"/>
          <a:stretch/>
        </p:blipFill>
        <p:spPr>
          <a:xfrm>
            <a:off x="140929" y="2833101"/>
            <a:ext cx="7354389" cy="103294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53E04-40F0-204F-B6B2-73FEF09CDD2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26" r="5097"/>
          <a:stretch/>
        </p:blipFill>
        <p:spPr>
          <a:xfrm>
            <a:off x="160521" y="1691929"/>
            <a:ext cx="7315200" cy="10757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D67302-9B5B-5440-8667-1AD83D5081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26" y="294964"/>
            <a:ext cx="7315200" cy="106379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EFED98-5AEE-2F45-9035-55B38EC0AF25}"/>
              </a:ext>
            </a:extLst>
          </p:cNvPr>
          <p:cNvSpPr txBox="1"/>
          <p:nvPr/>
        </p:nvSpPr>
        <p:spPr>
          <a:xfrm>
            <a:off x="70589" y="143529"/>
            <a:ext cx="62721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High confidence about a </a:t>
            </a:r>
            <a:r>
              <a:rPr lang="en-US" sz="2000" b="1" dirty="0"/>
              <a:t>positive</a:t>
            </a:r>
            <a:r>
              <a:rPr lang="en-US" sz="2000" dirty="0"/>
              <a:t> interaction (e.g. playing):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5484B0-CE87-EC4E-979C-B16221927936}"/>
              </a:ext>
            </a:extLst>
          </p:cNvPr>
          <p:cNvSpPr txBox="1"/>
          <p:nvPr/>
        </p:nvSpPr>
        <p:spPr>
          <a:xfrm>
            <a:off x="70590" y="1436973"/>
            <a:ext cx="61518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Possibly a </a:t>
            </a:r>
            <a:r>
              <a:rPr lang="en-US" sz="2000" b="1" dirty="0"/>
              <a:t>positive</a:t>
            </a:r>
            <a:r>
              <a:rPr lang="en-US" sz="2000" dirty="0"/>
              <a:t> interaction (e.g., playing), but unsure: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DDC9F-9C2E-C04C-82D3-ACB11ABB2A08}"/>
              </a:ext>
            </a:extLst>
          </p:cNvPr>
          <p:cNvSpPr txBox="1"/>
          <p:nvPr/>
        </p:nvSpPr>
        <p:spPr>
          <a:xfrm>
            <a:off x="70590" y="2707394"/>
            <a:ext cx="64537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High confidence about a </a:t>
            </a:r>
            <a:r>
              <a:rPr lang="en-US" sz="2000" b="1" dirty="0"/>
              <a:t>negative</a:t>
            </a:r>
            <a:r>
              <a:rPr lang="en-US" sz="2000" dirty="0"/>
              <a:t> interaction (e.g., fighting):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A996CB-EDCF-D04B-89B0-199C32E418BC}"/>
              </a:ext>
            </a:extLst>
          </p:cNvPr>
          <p:cNvSpPr txBox="1"/>
          <p:nvPr/>
        </p:nvSpPr>
        <p:spPr>
          <a:xfrm>
            <a:off x="70587" y="4075809"/>
            <a:ext cx="6190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Possibly a </a:t>
            </a:r>
            <a:r>
              <a:rPr lang="en-US" sz="2000" b="1" dirty="0"/>
              <a:t>negative</a:t>
            </a:r>
            <a:r>
              <a:rPr lang="en-US" sz="2000" dirty="0"/>
              <a:t> interaction (e.g., fighting), but unsure: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773CCD-550A-1A4B-B4A1-205DA078E32E}"/>
              </a:ext>
            </a:extLst>
          </p:cNvPr>
          <p:cNvSpPr/>
          <p:nvPr/>
        </p:nvSpPr>
        <p:spPr>
          <a:xfrm>
            <a:off x="63700" y="177300"/>
            <a:ext cx="8454903" cy="10488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07CFFF-FABA-464F-8D90-074237DBFBE4}"/>
              </a:ext>
            </a:extLst>
          </p:cNvPr>
          <p:cNvSpPr/>
          <p:nvPr/>
        </p:nvSpPr>
        <p:spPr>
          <a:xfrm>
            <a:off x="70590" y="1454019"/>
            <a:ext cx="8454903" cy="110694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AF36E35-50E6-B144-91A3-83D38B85B450}"/>
              </a:ext>
            </a:extLst>
          </p:cNvPr>
          <p:cNvSpPr/>
          <p:nvPr/>
        </p:nvSpPr>
        <p:spPr>
          <a:xfrm>
            <a:off x="70590" y="2729337"/>
            <a:ext cx="8454903" cy="11764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E9B3E2-5435-2F42-9B98-C97C12493CB2}"/>
              </a:ext>
            </a:extLst>
          </p:cNvPr>
          <p:cNvSpPr/>
          <p:nvPr/>
        </p:nvSpPr>
        <p:spPr>
          <a:xfrm>
            <a:off x="70590" y="4081956"/>
            <a:ext cx="8454903" cy="10513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92843C3-8C08-1D50-D3DD-B6D44A9EF0B2}"/>
              </a:ext>
            </a:extLst>
          </p:cNvPr>
          <p:cNvSpPr txBox="1"/>
          <p:nvPr/>
        </p:nvSpPr>
        <p:spPr>
          <a:xfrm>
            <a:off x="6858281" y="792045"/>
            <a:ext cx="99456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Positive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C10A45-C6FB-4B7A-79B5-CF187FFD5CB4}"/>
              </a:ext>
            </a:extLst>
          </p:cNvPr>
          <p:cNvSpPr txBox="1"/>
          <p:nvPr/>
        </p:nvSpPr>
        <p:spPr>
          <a:xfrm>
            <a:off x="6818089" y="2125657"/>
            <a:ext cx="99456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Positive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ACA630-976E-6438-7100-067755DE83EA}"/>
              </a:ext>
            </a:extLst>
          </p:cNvPr>
          <p:cNvSpPr txBox="1"/>
          <p:nvPr/>
        </p:nvSpPr>
        <p:spPr>
          <a:xfrm>
            <a:off x="6818089" y="3495634"/>
            <a:ext cx="99456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Positive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EE0A0F2-A485-9322-0EF7-85C218E3D18B}"/>
              </a:ext>
            </a:extLst>
          </p:cNvPr>
          <p:cNvSpPr txBox="1"/>
          <p:nvPr/>
        </p:nvSpPr>
        <p:spPr>
          <a:xfrm>
            <a:off x="6818089" y="4713060"/>
            <a:ext cx="994568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Positive</a:t>
            </a:r>
            <a:endParaRPr lang="en-US" sz="20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DE670C-CE12-AB24-4817-3DAF5042F296}"/>
              </a:ext>
            </a:extLst>
          </p:cNvPr>
          <p:cNvSpPr txBox="1"/>
          <p:nvPr/>
        </p:nvSpPr>
        <p:spPr>
          <a:xfrm>
            <a:off x="161307" y="792045"/>
            <a:ext cx="11592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Negative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A12D280-EB01-62B7-1405-3F72734617BB}"/>
              </a:ext>
            </a:extLst>
          </p:cNvPr>
          <p:cNvSpPr txBox="1"/>
          <p:nvPr/>
        </p:nvSpPr>
        <p:spPr>
          <a:xfrm>
            <a:off x="161307" y="2125657"/>
            <a:ext cx="11592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Negative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A2B540-AAB3-EFED-B5B7-EEE4704D0EB0}"/>
              </a:ext>
            </a:extLst>
          </p:cNvPr>
          <p:cNvSpPr txBox="1"/>
          <p:nvPr/>
        </p:nvSpPr>
        <p:spPr>
          <a:xfrm>
            <a:off x="161307" y="3495634"/>
            <a:ext cx="115929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Negative 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6DF93B-8CCD-925D-E0EC-803C81E35155}"/>
              </a:ext>
            </a:extLst>
          </p:cNvPr>
          <p:cNvSpPr txBox="1"/>
          <p:nvPr/>
        </p:nvSpPr>
        <p:spPr>
          <a:xfrm>
            <a:off x="161307" y="4713060"/>
            <a:ext cx="110158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Negative</a:t>
            </a:r>
          </a:p>
        </p:txBody>
      </p:sp>
    </p:spTree>
    <p:extLst>
      <p:ext uri="{BB962C8B-B14F-4D97-AF65-F5344CB8AC3E}">
        <p14:creationId xmlns:p14="http://schemas.microsoft.com/office/powerpoint/2010/main" val="30786114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107</TotalTime>
  <Words>62</Words>
  <Application>Microsoft Macintosh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Rekha S. Varrier</dc:creator>
  <cp:lastModifiedBy>Rekha Sreekumar Varrier</cp:lastModifiedBy>
  <cp:revision>61</cp:revision>
  <dcterms:created xsi:type="dcterms:W3CDTF">2022-03-30T02:35:51Z</dcterms:created>
  <dcterms:modified xsi:type="dcterms:W3CDTF">2024-03-08T21:20:22Z</dcterms:modified>
</cp:coreProperties>
</file>